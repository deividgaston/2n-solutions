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21" d="100"/>
          <a:sy n="121" d="100"/>
        </p:scale>
        <p:origin x="17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30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D23A-2805-CBDC-5BB4-C0092CD9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15D2B-8007-9D04-2435-E56DF0E26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12F66-F9A7-60EA-7AD0-A38973791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68618-4F98-87B8-FC97-140DC0194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2967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5018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2500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480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215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7904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1810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521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2793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6302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61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33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116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828" y="3856729"/>
            <a:ext cx="8229600" cy="572926"/>
          </a:xfrm>
          <a:prstGeom prst="rect">
            <a:avLst/>
          </a:prstGeom>
          <a:noFill/>
          <a:ln/>
          <a:effectLst>
            <a:outerShdw blurRad="127000" dist="50800" dir="162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F0"/>
                </a:solidFill>
                <a:latin typeface="Arial Black" pitchFamily="34" charset="0"/>
                <a:cs typeface="Arial Black" pitchFamily="34" charset="-120"/>
              </a:rPr>
              <a:t>Soluciones Residencial BTS</a:t>
            </a:r>
            <a:endParaRPr lang="en-US" sz="3200" dirty="0">
              <a:solidFill>
                <a:srgbClr val="00B0F0"/>
              </a:solidFill>
            </a:endParaRPr>
          </a:p>
        </p:txBody>
      </p:sp>
      <p:pic>
        <p:nvPicPr>
          <p:cNvPr id="1026" name="Picture 2" descr="2N">
            <a:extLst>
              <a:ext uri="{FF2B5EF4-FFF2-40B4-BE49-F238E27FC236}">
                <a16:creationId xmlns:a16="http://schemas.microsoft.com/office/drawing/2014/main" id="{5A336366-F6F0-EE1D-23CD-6743E0B62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46" y="455774"/>
            <a:ext cx="2265361" cy="183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160D043-02A8-7D51-CCB4-FAC101DCC146}"/>
              </a:ext>
            </a:extLst>
          </p:cNvPr>
          <p:cNvSpPr txBox="1"/>
          <p:nvPr/>
        </p:nvSpPr>
        <p:spPr>
          <a:xfrm>
            <a:off x="1000896" y="2571750"/>
            <a:ext cx="55399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2400" b="1" i="0" dirty="0">
                <a:solidFill>
                  <a:srgbClr val="FFFFFF"/>
                </a:solidFill>
                <a:effectLst/>
                <a:latin typeface="Inter"/>
              </a:rPr>
              <a:t>Prescribe el futuro.</a:t>
            </a:r>
            <a:br>
              <a:rPr lang="es-ES" sz="2400" b="1" i="0" dirty="0">
                <a:solidFill>
                  <a:srgbClr val="FFFFFF"/>
                </a:solidFill>
                <a:effectLst/>
                <a:latin typeface="Inter"/>
              </a:rPr>
            </a:br>
            <a:r>
              <a:rPr lang="es-ES" sz="2400" b="1" i="0" dirty="0">
                <a:solidFill>
                  <a:srgbClr val="00B0F0"/>
                </a:solidFill>
                <a:effectLst/>
                <a:latin typeface="Inter"/>
              </a:rPr>
              <a:t>Diseña el acceso.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6858000" cy="479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INNOVACIÓN EN NUESTRO ADN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820" y="1091897"/>
            <a:ext cx="4433878" cy="34485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14263" y="1013196"/>
            <a:ext cx="3872537" cy="1887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ES" sz="1600" dirty="0"/>
              <a:t>2N es una empresa líder mundial en el desarrollo y fabricación de sistemas de control de acceso e intercomunicadores IP. Con sede en Praga y presencia global, nos dedicamos a crear soluciones que hacen la vida más segura y cómoda.</a:t>
            </a:r>
          </a:p>
          <a:p>
            <a:endParaRPr lang="es-ES" sz="1600" dirty="0"/>
          </a:p>
          <a:p>
            <a:endParaRPr lang="es-ES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4A76CB-350A-5A98-C402-2850511C3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394" y="2900849"/>
            <a:ext cx="4114800" cy="14581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9213" y="502971"/>
            <a:ext cx="4339118" cy="726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NUESTRA HISTORIA Y </a:t>
            </a:r>
            <a:r>
              <a:rPr lang="en-US" sz="4100" b="1" dirty="0">
                <a:solidFill>
                  <a:srgbClr val="00B0F0"/>
                </a:solidFill>
                <a:latin typeface="Arial Black" pitchFamily="34" charset="0"/>
                <a:cs typeface="Arial Black" pitchFamily="34" charset="-120"/>
              </a:rPr>
              <a:t>ALCANCE</a:t>
            </a: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360" b="18115"/>
          <a:stretch>
            <a:fillRect/>
          </a:stretch>
        </p:blipFill>
        <p:spPr>
          <a:xfrm>
            <a:off x="4402217" y="0"/>
            <a:ext cx="4572021" cy="3453009"/>
          </a:xfrm>
          <a:prstGeom prst="rect">
            <a:avLst/>
          </a:prstGeom>
        </p:spPr>
      </p:pic>
      <p:pic>
        <p:nvPicPr>
          <p:cNvPr id="75" name="Imagen 74">
            <a:extLst>
              <a:ext uri="{FF2B5EF4-FFF2-40B4-BE49-F238E27FC236}">
                <a16:creationId xmlns:a16="http://schemas.microsoft.com/office/drawing/2014/main" id="{BD14DB33-57C7-D5A0-4803-3E0300551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229" y="3634428"/>
            <a:ext cx="1943976" cy="1349675"/>
          </a:xfrm>
          <a:prstGeom prst="rect">
            <a:avLst/>
          </a:prstGeom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5811190D-C015-2D19-382E-3D0653A47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205" y="3670744"/>
            <a:ext cx="1988267" cy="1353358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23EC73AD-4F81-DE7D-7E5D-D1755431F4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7376" y="3763137"/>
            <a:ext cx="1738367" cy="1260965"/>
          </a:xfrm>
          <a:prstGeom prst="rect">
            <a:avLst/>
          </a:prstGeom>
        </p:spPr>
      </p:pic>
      <p:pic>
        <p:nvPicPr>
          <p:cNvPr id="83" name="Imagen 82">
            <a:extLst>
              <a:ext uri="{FF2B5EF4-FFF2-40B4-BE49-F238E27FC236}">
                <a16:creationId xmlns:a16="http://schemas.microsoft.com/office/drawing/2014/main" id="{B7DBE918-E6D2-C09E-F673-335BDD9BE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26" y="1609762"/>
            <a:ext cx="2844575" cy="2575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APORTA 2N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38912" y="1078992"/>
            <a:ext cx="5522976" cy="387705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https://firebasestorage.googleapis.com/v0/b/nsoluciones-68554.firebasestorage.app/o/multimedia%2FIP%20STYLE%2F1768729924517_9157101_IP-Style_Office_List-Companies.jpg?alt=media&amp;token=8cb80545-c394-497e-9104-3d04844b6c5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54864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1097280"/>
            <a:ext cx="27474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CCCCC"/>
                </a:solidFill>
              </a:rPr>
              <a:t>La seguridad física y la ciberseguridad deben ir de la mano. En 2N, no solo diseñamos soluciones avanzadas de control de accesos y videoportero, sino que también garantizamos la protección de datos y comunicaciones frente a amenazas digitales.
Cifrado de extremo a extremo
Autenticación segura
Protección contra ataques
Firmware seguro y actualizaciones periódicas
Cumplimiento con normativas
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F98B7-89E7-93D9-4EF9-941A2A42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22AA2C-6D34-C438-7F58-E58E02ECD6E8}"/>
              </a:ext>
            </a:extLst>
          </p:cNvPr>
          <p:cNvSpPr/>
          <p:nvPr/>
        </p:nvSpPr>
        <p:spPr>
          <a:xfrm>
            <a:off x="457200" y="372555"/>
            <a:ext cx="8229600" cy="279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dirty="0">
                <a:solidFill>
                  <a:srgbClr val="0099FF"/>
                </a:solidFill>
                <a:latin typeface="Arial Black" pitchFamily="34" charset="0"/>
                <a:cs typeface="Arial Black" pitchFamily="34" charset="-120"/>
              </a:rPr>
              <a:t>POR QUÉ 2N: </a:t>
            </a:r>
            <a:r>
              <a:rPr lang="es-ES" sz="2400" b="1" dirty="0">
                <a:latin typeface="Arial Black" pitchFamily="34" charset="0"/>
                <a:cs typeface="Arial Black" pitchFamily="34" charset="-120"/>
              </a:rPr>
              <a:t>La</a:t>
            </a:r>
            <a:r>
              <a:rPr lang="es-ES" b="1" dirty="0"/>
              <a:t> </a:t>
            </a:r>
            <a:r>
              <a:rPr lang="es-ES" sz="2400" b="1" dirty="0">
                <a:latin typeface="Arial Black" pitchFamily="34" charset="0"/>
                <a:cs typeface="Arial Black" pitchFamily="34" charset="-120"/>
              </a:rPr>
              <a:t>diferencia</a:t>
            </a:r>
            <a:r>
              <a:rPr lang="es-ES" b="1" dirty="0"/>
              <a:t> </a:t>
            </a:r>
            <a:r>
              <a:rPr lang="es-ES" sz="2400" b="1" dirty="0">
                <a:latin typeface="Arial Black" pitchFamily="34" charset="0"/>
                <a:cs typeface="Arial Black" pitchFamily="34" charset="-120"/>
              </a:rPr>
              <a:t>que</a:t>
            </a:r>
            <a:r>
              <a:rPr lang="es-ES" b="1" dirty="0"/>
              <a:t> </a:t>
            </a:r>
            <a:r>
              <a:rPr lang="es-ES" sz="2400" b="1" dirty="0">
                <a:latin typeface="Arial Black" pitchFamily="34" charset="0"/>
                <a:cs typeface="Arial Black" pitchFamily="34" charset="-120"/>
              </a:rPr>
              <a:t>eleva</a:t>
            </a:r>
            <a:r>
              <a:rPr lang="es-ES" b="1" dirty="0"/>
              <a:t> </a:t>
            </a:r>
            <a:r>
              <a:rPr lang="es-ES" sz="2400" b="1" dirty="0">
                <a:latin typeface="Arial Black" pitchFamily="34" charset="0"/>
                <a:cs typeface="Arial Black" pitchFamily="34" charset="-120"/>
              </a:rPr>
              <a:t>tu</a:t>
            </a:r>
            <a:r>
              <a:rPr lang="es-ES" b="1" dirty="0"/>
              <a:t> </a:t>
            </a:r>
            <a:r>
              <a:rPr lang="es-ES" sz="2400" b="1" dirty="0">
                <a:latin typeface="Arial Black" pitchFamily="34" charset="0"/>
                <a:cs typeface="Arial Black" pitchFamily="34" charset="-120"/>
              </a:rPr>
              <a:t>proyecto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37EDFC-E214-C9E3-B6B6-59C7006B1CE3}"/>
              </a:ext>
            </a:extLst>
          </p:cNvPr>
          <p:cNvSpPr/>
          <p:nvPr/>
        </p:nvSpPr>
        <p:spPr>
          <a:xfrm>
            <a:off x="457200" y="822960"/>
            <a:ext cx="9144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BE521C-2C9B-8D28-F0F3-0A0B547F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596" y="1072908"/>
            <a:ext cx="6534807" cy="369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2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387</TotalTime>
  <Words>148</Words>
  <Application>Microsoft Macintosh PowerPoint</Application>
  <PresentationFormat>Presentación en pantalla (16:9)</PresentationFormat>
  <Paragraphs>13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Inter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Gaston - 2N</cp:lastModifiedBy>
  <cp:revision>4</cp:revision>
  <dcterms:created xsi:type="dcterms:W3CDTF">2026-01-25T09:04:01Z</dcterms:created>
  <dcterms:modified xsi:type="dcterms:W3CDTF">2026-01-25T15:31:09Z</dcterms:modified>
</cp:coreProperties>
</file>